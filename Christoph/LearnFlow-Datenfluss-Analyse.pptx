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LEARNFLOW  ·  DATENSCHUTZ-REVIEW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05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Datenfluss-Analyse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Fragestellung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10515600" cy="3566160"/>
          </a:xfrm>
          <a:prstGeom prst="roundRect">
            <a:avLst>
              <a:gd name="adj" fmla="val 3077"/>
            </a:avLst>
          </a:prstGeom>
          <a:solidFill>
            <a:srgbClr val="141B4D"/>
          </a:solidFill>
          <a:ln/>
        </p:spPr>
      </p:sp>
      <p:pic>
        <p:nvPicPr>
          <p:cNvPr id="6" name="Image 0" descr="/private/tmp/claude-501/-Users-chriam-Development-Claude-260805-LearnFlow/2b4680f5-a72d-4291-a14f-0a1e7f2fb8ea/scratchpad/pptx/search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9260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907792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Analysiere den Datenfluss im Projekt: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3611880"/>
            <a:ext cx="9784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jede Art von Daten auf, die das Projekt aufnimmt, verarbeitet, speichert oder an Dritte sendet.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jede Datenart: Quelle · wo gespeichert · wie lange · wer/was sieht sie.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Geht sie an eine externe API / ein Modell?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was tatsächlich im Code steht — mit Datei-Beleg. Nicht die Dokumentation.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LearnFlow — Datenfluss-Analyse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Übersicht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Datenarten — von der Anmeldung bis zum Log-Eintrag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38160" y="566928"/>
            <a:ext cx="146304" cy="146304"/>
          </a:xfrm>
          <a:prstGeom prst="ellipse">
            <a:avLst/>
          </a:prstGeom>
          <a:solidFill>
            <a:srgbClr val="5D7A9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339328" y="502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bleibt intern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29800" y="566928"/>
            <a:ext cx="146304" cy="146304"/>
          </a:xfrm>
          <a:prstGeom prst="ellipse">
            <a:avLst/>
          </a:prstGeom>
          <a:solidFill>
            <a:srgbClr val="C05A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30968" y="502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verlässt das System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2014057" cy="1874520"/>
          </a:xfrm>
          <a:prstGeom prst="roundRect">
            <a:avLst>
              <a:gd name="adj" fmla="val 3902"/>
            </a:avLst>
          </a:prstGeom>
          <a:solidFill>
            <a:srgbClr val="EEF3FD"/>
          </a:solidFill>
          <a:ln/>
        </p:spPr>
      </p:sp>
      <p:sp>
        <p:nvSpPr>
          <p:cNvPr id="9" name="Shape 7"/>
          <p:cNvSpPr/>
          <p:nvPr/>
        </p:nvSpPr>
        <p:spPr>
          <a:xfrm>
            <a:off x="1263061" y="185623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0" descr="/private/tmp/claude-501/-Users-chriam-Development-Claude-260805-LearnFlow/2b4680f5-a72d-4291-a14f-0a1e7f2fb8ea/scratchpad/pptx/user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1933" y="1975104"/>
            <a:ext cx="347472" cy="34747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0080" y="1819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2560320"/>
            <a:ext cx="179460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Zugangsdaten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491661" y="3273552"/>
            <a:ext cx="128016" cy="128016"/>
          </a:xfrm>
          <a:prstGeom prst="ellipse">
            <a:avLst/>
          </a:prstGeom>
          <a:solidFill>
            <a:srgbClr val="5D7A9E"/>
          </a:solidFill>
          <a:ln/>
        </p:spPr>
      </p:sp>
      <p:sp>
        <p:nvSpPr>
          <p:cNvPr id="14" name="Shape 11"/>
          <p:cNvSpPr/>
          <p:nvPr/>
        </p:nvSpPr>
        <p:spPr>
          <a:xfrm>
            <a:off x="2818729" y="1691640"/>
            <a:ext cx="2014057" cy="1874520"/>
          </a:xfrm>
          <a:prstGeom prst="roundRect">
            <a:avLst>
              <a:gd name="adj" fmla="val 3902"/>
            </a:avLst>
          </a:prstGeom>
          <a:solidFill>
            <a:srgbClr val="EEF3FD"/>
          </a:solidFill>
          <a:ln/>
        </p:spPr>
      </p:sp>
      <p:sp>
        <p:nvSpPr>
          <p:cNvPr id="15" name="Shape 12"/>
          <p:cNvSpPr/>
          <p:nvPr/>
        </p:nvSpPr>
        <p:spPr>
          <a:xfrm>
            <a:off x="3533150" y="185623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/private/tmp/claude-501/-Users-chriam-Development-Claude-260805-LearnFlow/2b4680f5-a72d-4291-a14f-0a1e7f2fb8ea/scratchpad/pptx/file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022" y="1975104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910169" y="1819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2928457" y="2560320"/>
            <a:ext cx="179460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Hochgeladene Dokumente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761750" y="3273552"/>
            <a:ext cx="128016" cy="128016"/>
          </a:xfrm>
          <a:prstGeom prst="ellipse">
            <a:avLst/>
          </a:prstGeom>
          <a:solidFill>
            <a:srgbClr val="5D7A9E"/>
          </a:solidFill>
          <a:ln/>
        </p:spPr>
      </p:sp>
      <p:sp>
        <p:nvSpPr>
          <p:cNvPr id="20" name="Shape 16"/>
          <p:cNvSpPr/>
          <p:nvPr/>
        </p:nvSpPr>
        <p:spPr>
          <a:xfrm>
            <a:off x="5088819" y="1691640"/>
            <a:ext cx="2014057" cy="1874520"/>
          </a:xfrm>
          <a:prstGeom prst="roundRect">
            <a:avLst>
              <a:gd name="adj" fmla="val 3902"/>
            </a:avLst>
          </a:prstGeom>
          <a:solidFill>
            <a:srgbClr val="EEF3FD"/>
          </a:solidFill>
          <a:ln/>
        </p:spPr>
      </p:sp>
      <p:sp>
        <p:nvSpPr>
          <p:cNvPr id="21" name="Shape 17"/>
          <p:cNvSpPr/>
          <p:nvPr/>
        </p:nvSpPr>
        <p:spPr>
          <a:xfrm>
            <a:off x="5803240" y="185623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2" descr="/private/tmp/claude-501/-Users-chriam-Development-Claude-260805-LearnFlow/2b4680f5-a72d-4291-a14f-0a1e7f2fb8ea/scratchpad/pptx/layers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112" y="1975104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180259" y="1819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5198547" y="2560320"/>
            <a:ext cx="179460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Text-Chunks + Embeddings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031840" y="3273552"/>
            <a:ext cx="128016" cy="128016"/>
          </a:xfrm>
          <a:prstGeom prst="ellipse">
            <a:avLst/>
          </a:prstGeom>
          <a:solidFill>
            <a:srgbClr val="C05A2E"/>
          </a:solidFill>
          <a:ln/>
        </p:spPr>
      </p:sp>
      <p:sp>
        <p:nvSpPr>
          <p:cNvPr id="26" name="Shape 21"/>
          <p:cNvSpPr/>
          <p:nvPr/>
        </p:nvSpPr>
        <p:spPr>
          <a:xfrm>
            <a:off x="7358908" y="1691640"/>
            <a:ext cx="2014057" cy="1874520"/>
          </a:xfrm>
          <a:prstGeom prst="roundRect">
            <a:avLst>
              <a:gd name="adj" fmla="val 3902"/>
            </a:avLst>
          </a:prstGeom>
          <a:solidFill>
            <a:srgbClr val="EEF3FD"/>
          </a:solidFill>
          <a:ln/>
        </p:spPr>
      </p:sp>
      <p:sp>
        <p:nvSpPr>
          <p:cNvPr id="27" name="Shape 22"/>
          <p:cNvSpPr/>
          <p:nvPr/>
        </p:nvSpPr>
        <p:spPr>
          <a:xfrm>
            <a:off x="8073329" y="185623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3" descr="/private/tmp/claude-501/-Users-chriam-Development-Claude-260805-LearnFlow/2b4680f5-a72d-4291-a14f-0a1e7f2fb8ea/scratchpad/pptx/message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2201" y="1975104"/>
            <a:ext cx="347472" cy="34747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450348" y="1819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7468636" y="2560320"/>
            <a:ext cx="179460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+ Antworten + Konfidenz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8301929" y="3273552"/>
            <a:ext cx="128016" cy="128016"/>
          </a:xfrm>
          <a:prstGeom prst="ellipse">
            <a:avLst/>
          </a:prstGeom>
          <a:solidFill>
            <a:srgbClr val="C05A2E"/>
          </a:solidFill>
          <a:ln/>
        </p:spPr>
      </p:sp>
      <p:sp>
        <p:nvSpPr>
          <p:cNvPr id="32" name="Shape 26"/>
          <p:cNvSpPr/>
          <p:nvPr/>
        </p:nvSpPr>
        <p:spPr>
          <a:xfrm>
            <a:off x="9628998" y="1691640"/>
            <a:ext cx="2014057" cy="1874520"/>
          </a:xfrm>
          <a:prstGeom prst="roundRect">
            <a:avLst>
              <a:gd name="adj" fmla="val 3902"/>
            </a:avLst>
          </a:prstGeom>
          <a:solidFill>
            <a:srgbClr val="EEF3FD"/>
          </a:solidFill>
          <a:ln/>
        </p:spPr>
      </p:sp>
      <p:sp>
        <p:nvSpPr>
          <p:cNvPr id="33" name="Shape 27"/>
          <p:cNvSpPr/>
          <p:nvPr/>
        </p:nvSpPr>
        <p:spPr>
          <a:xfrm>
            <a:off x="10343418" y="185623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4" descr="/private/tmp/claude-501/-Users-chriam-Development-Claude-260805-LearnFlow/2b4680f5-a72d-4291-a14f-0a1e7f2fb8ea/scratchpad/pptx/thumb-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2290" y="1975104"/>
            <a:ext cx="347472" cy="347472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9720438" y="1819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9738726" y="2560320"/>
            <a:ext cx="179460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zu Antworten</a:t>
            </a:r>
            <a:endParaRPr lang="en-US" sz="1250" dirty="0"/>
          </a:p>
        </p:txBody>
      </p:sp>
      <p:sp>
        <p:nvSpPr>
          <p:cNvPr id="37" name="Shape 30"/>
          <p:cNvSpPr/>
          <p:nvPr/>
        </p:nvSpPr>
        <p:spPr>
          <a:xfrm>
            <a:off x="10572018" y="3273552"/>
            <a:ext cx="128016" cy="128016"/>
          </a:xfrm>
          <a:prstGeom prst="ellipse">
            <a:avLst/>
          </a:prstGeom>
          <a:solidFill>
            <a:srgbClr val="5D7A9E"/>
          </a:solidFill>
          <a:ln/>
        </p:spPr>
      </p:sp>
      <p:sp>
        <p:nvSpPr>
          <p:cNvPr id="38" name="Shape 31"/>
          <p:cNvSpPr/>
          <p:nvPr/>
        </p:nvSpPr>
        <p:spPr>
          <a:xfrm>
            <a:off x="548640" y="3822192"/>
            <a:ext cx="2014057" cy="1874520"/>
          </a:xfrm>
          <a:prstGeom prst="roundRect">
            <a:avLst>
              <a:gd name="adj" fmla="val 3902"/>
            </a:avLst>
          </a:prstGeom>
          <a:solidFill>
            <a:srgbClr val="EEF3FD"/>
          </a:solidFill>
          <a:ln/>
        </p:spPr>
      </p:sp>
      <p:sp>
        <p:nvSpPr>
          <p:cNvPr id="39" name="Shape 32"/>
          <p:cNvSpPr/>
          <p:nvPr/>
        </p:nvSpPr>
        <p:spPr>
          <a:xfrm>
            <a:off x="1263061" y="3986784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0" name="Image 5" descr="/private/tmp/claude-501/-Users-chriam-Development-Claude-260805-LearnFlow/2b4680f5-a72d-4291-a14f-0a1e7f2fb8ea/scratchpad/pptx/help-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1933" y="4105656"/>
            <a:ext cx="347472" cy="347472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640080" y="3950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2" name="Text 34"/>
          <p:cNvSpPr txBox="1"/>
          <p:nvPr/>
        </p:nvSpPr>
        <p:spPr>
          <a:xfrm>
            <a:off x="658368" y="4690872"/>
            <a:ext cx="179460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Quiz-Fragen</a:t>
            </a:r>
            <a:endParaRPr lang="en-US" sz="1250" dirty="0"/>
          </a:p>
        </p:txBody>
      </p:sp>
      <p:sp>
        <p:nvSpPr>
          <p:cNvPr id="43" name="Shape 35"/>
          <p:cNvSpPr/>
          <p:nvPr/>
        </p:nvSpPr>
        <p:spPr>
          <a:xfrm>
            <a:off x="1491661" y="5404104"/>
            <a:ext cx="128016" cy="128016"/>
          </a:xfrm>
          <a:prstGeom prst="ellipse">
            <a:avLst/>
          </a:prstGeom>
          <a:solidFill>
            <a:srgbClr val="C05A2E"/>
          </a:solidFill>
          <a:ln/>
        </p:spPr>
      </p:sp>
      <p:sp>
        <p:nvSpPr>
          <p:cNvPr id="44" name="Shape 36"/>
          <p:cNvSpPr/>
          <p:nvPr/>
        </p:nvSpPr>
        <p:spPr>
          <a:xfrm>
            <a:off x="2818729" y="3822192"/>
            <a:ext cx="2014057" cy="1874520"/>
          </a:xfrm>
          <a:prstGeom prst="roundRect">
            <a:avLst>
              <a:gd name="adj" fmla="val 3902"/>
            </a:avLst>
          </a:prstGeom>
          <a:solidFill>
            <a:srgbClr val="EEF3FD"/>
          </a:solidFill>
          <a:ln/>
        </p:spPr>
      </p:sp>
      <p:sp>
        <p:nvSpPr>
          <p:cNvPr id="45" name="Shape 37"/>
          <p:cNvSpPr/>
          <p:nvPr/>
        </p:nvSpPr>
        <p:spPr>
          <a:xfrm>
            <a:off x="3533150" y="3986784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6" name="Image 6" descr="/private/tmp/claude-501/-Users-chriam-Development-Claude-260805-LearnFlow/2b4680f5-a72d-4291-a14f-0a1e7f2fb8ea/scratchpad/pptx/sliders-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2022" y="4105656"/>
            <a:ext cx="347472" cy="347472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2910169" y="3950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8" name="Text 39"/>
          <p:cNvSpPr txBox="1"/>
          <p:nvPr/>
        </p:nvSpPr>
        <p:spPr>
          <a:xfrm>
            <a:off x="2928457" y="4690872"/>
            <a:ext cx="179460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Admin-Konfiguration</a:t>
            </a:r>
            <a:endParaRPr lang="en-US" sz="1250" dirty="0"/>
          </a:p>
        </p:txBody>
      </p:sp>
      <p:sp>
        <p:nvSpPr>
          <p:cNvPr id="49" name="Shape 40"/>
          <p:cNvSpPr/>
          <p:nvPr/>
        </p:nvSpPr>
        <p:spPr>
          <a:xfrm>
            <a:off x="3761750" y="5404104"/>
            <a:ext cx="128016" cy="128016"/>
          </a:xfrm>
          <a:prstGeom prst="ellipse">
            <a:avLst/>
          </a:prstGeom>
          <a:solidFill>
            <a:srgbClr val="5D7A9E"/>
          </a:solidFill>
          <a:ln/>
        </p:spPr>
      </p:sp>
      <p:sp>
        <p:nvSpPr>
          <p:cNvPr id="50" name="Shape 41"/>
          <p:cNvSpPr/>
          <p:nvPr/>
        </p:nvSpPr>
        <p:spPr>
          <a:xfrm>
            <a:off x="5088819" y="3822192"/>
            <a:ext cx="2014057" cy="1874520"/>
          </a:xfrm>
          <a:prstGeom prst="roundRect">
            <a:avLst>
              <a:gd name="adj" fmla="val 3902"/>
            </a:avLst>
          </a:prstGeom>
          <a:solidFill>
            <a:srgbClr val="EEF3FD"/>
          </a:solidFill>
          <a:ln/>
        </p:spPr>
      </p:sp>
      <p:sp>
        <p:nvSpPr>
          <p:cNvPr id="51" name="Shape 42"/>
          <p:cNvSpPr/>
          <p:nvPr/>
        </p:nvSpPr>
        <p:spPr>
          <a:xfrm>
            <a:off x="5803240" y="3986784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2" name="Image 7" descr="/private/tmp/claude-501/-Users-chriam-Development-Claude-260805-LearnFlow/2b4680f5-a72d-4291-a14f-0a1e7f2fb8ea/scratchpad/pptx/list-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2112" y="4105656"/>
            <a:ext cx="347472" cy="347472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5180259" y="3950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4" name="Text 44"/>
          <p:cNvSpPr txBox="1"/>
          <p:nvPr/>
        </p:nvSpPr>
        <p:spPr>
          <a:xfrm>
            <a:off x="5198547" y="4690872"/>
            <a:ext cx="179460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Job-Queue (pgqueuer)</a:t>
            </a:r>
            <a:endParaRPr lang="en-US" sz="1250" dirty="0"/>
          </a:p>
        </p:txBody>
      </p:sp>
      <p:sp>
        <p:nvSpPr>
          <p:cNvPr id="55" name="Shape 45"/>
          <p:cNvSpPr/>
          <p:nvPr/>
        </p:nvSpPr>
        <p:spPr>
          <a:xfrm>
            <a:off x="6031840" y="5404104"/>
            <a:ext cx="128016" cy="128016"/>
          </a:xfrm>
          <a:prstGeom prst="ellipse">
            <a:avLst/>
          </a:prstGeom>
          <a:solidFill>
            <a:srgbClr val="5D7A9E"/>
          </a:solidFill>
          <a:ln/>
        </p:spPr>
      </p:sp>
      <p:sp>
        <p:nvSpPr>
          <p:cNvPr id="56" name="Shape 46"/>
          <p:cNvSpPr/>
          <p:nvPr/>
        </p:nvSpPr>
        <p:spPr>
          <a:xfrm>
            <a:off x="7358908" y="3822192"/>
            <a:ext cx="2014057" cy="1874520"/>
          </a:xfrm>
          <a:prstGeom prst="roundRect">
            <a:avLst>
              <a:gd name="adj" fmla="val 3902"/>
            </a:avLst>
          </a:prstGeom>
          <a:solidFill>
            <a:srgbClr val="EEF3FD"/>
          </a:solidFill>
          <a:ln/>
        </p:spPr>
      </p:sp>
      <p:sp>
        <p:nvSpPr>
          <p:cNvPr id="57" name="Shape 47"/>
          <p:cNvSpPr/>
          <p:nvPr/>
        </p:nvSpPr>
        <p:spPr>
          <a:xfrm>
            <a:off x="8073329" y="3986784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8" name="Image 8" descr="/private/tmp/claude-501/-Users-chriam-Development-Claude-260805-LearnFlow/2b4680f5-a72d-4291-a14f-0a1e7f2fb8ea/scratchpad/pptx/shield-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2201" y="4105656"/>
            <a:ext cx="347472" cy="347472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7450348" y="3950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0" name="Text 49"/>
          <p:cNvSpPr txBox="1"/>
          <p:nvPr/>
        </p:nvSpPr>
        <p:spPr>
          <a:xfrm>
            <a:off x="7468636" y="4690872"/>
            <a:ext cx="179460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Authentifizierungs-Token (JWT)</a:t>
            </a:r>
            <a:endParaRPr lang="en-US" sz="1250" dirty="0"/>
          </a:p>
        </p:txBody>
      </p:sp>
      <p:sp>
        <p:nvSpPr>
          <p:cNvPr id="61" name="Shape 50"/>
          <p:cNvSpPr/>
          <p:nvPr/>
        </p:nvSpPr>
        <p:spPr>
          <a:xfrm>
            <a:off x="8301929" y="5404104"/>
            <a:ext cx="128016" cy="128016"/>
          </a:xfrm>
          <a:prstGeom prst="ellipse">
            <a:avLst/>
          </a:prstGeom>
          <a:solidFill>
            <a:srgbClr val="5D7A9E"/>
          </a:solidFill>
          <a:ln/>
        </p:spPr>
      </p:sp>
      <p:sp>
        <p:nvSpPr>
          <p:cNvPr id="62" name="Shape 51"/>
          <p:cNvSpPr/>
          <p:nvPr/>
        </p:nvSpPr>
        <p:spPr>
          <a:xfrm>
            <a:off x="9628998" y="3822192"/>
            <a:ext cx="2014057" cy="1874520"/>
          </a:xfrm>
          <a:prstGeom prst="roundRect">
            <a:avLst>
              <a:gd name="adj" fmla="val 3902"/>
            </a:avLst>
          </a:prstGeom>
          <a:solidFill>
            <a:srgbClr val="EEF3FD"/>
          </a:solidFill>
          <a:ln/>
        </p:spPr>
      </p:sp>
      <p:sp>
        <p:nvSpPr>
          <p:cNvPr id="63" name="Shape 52"/>
          <p:cNvSpPr/>
          <p:nvPr/>
        </p:nvSpPr>
        <p:spPr>
          <a:xfrm>
            <a:off x="10343418" y="3986784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4" name="Image 9" descr="/private/tmp/claude-501/-Users-chriam-Development-Claude-260805-LearnFlow/2b4680f5-a72d-4291-a14f-0a1e7f2fb8ea/scratchpad/pptx/terminal-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62290" y="4105656"/>
            <a:ext cx="347472" cy="347472"/>
          </a:xfrm>
          <a:prstGeom prst="rect">
            <a:avLst/>
          </a:prstGeom>
        </p:spPr>
      </p:pic>
      <p:sp>
        <p:nvSpPr>
          <p:cNvPr id="65" name="Text 53"/>
          <p:cNvSpPr txBox="1"/>
          <p:nvPr/>
        </p:nvSpPr>
        <p:spPr>
          <a:xfrm>
            <a:off x="9720438" y="3950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6" name="Text 54"/>
          <p:cNvSpPr txBox="1"/>
          <p:nvPr/>
        </p:nvSpPr>
        <p:spPr>
          <a:xfrm>
            <a:off x="9738726" y="4690872"/>
            <a:ext cx="179460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250" dirty="0"/>
          </a:p>
        </p:txBody>
      </p:sp>
      <p:sp>
        <p:nvSpPr>
          <p:cNvPr id="67" name="Shape 55"/>
          <p:cNvSpPr/>
          <p:nvPr/>
        </p:nvSpPr>
        <p:spPr>
          <a:xfrm>
            <a:off x="10572018" y="5404104"/>
            <a:ext cx="128016" cy="128016"/>
          </a:xfrm>
          <a:prstGeom prst="ellipse">
            <a:avLst/>
          </a:prstGeom>
          <a:solidFill>
            <a:srgbClr val="5D7A9E"/>
          </a:solidFill>
          <a:ln/>
        </p:spPr>
      </p:sp>
      <p:sp>
        <p:nvSpPr>
          <p:cNvPr id="68" name="Text 56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LearnFlow — Datenfluss-Analyse</a:t>
            </a:r>
            <a:endParaRPr lang="en-US" sz="900" dirty="0"/>
          </a:p>
        </p:txBody>
      </p:sp>
      <p:sp>
        <p:nvSpPr>
          <p:cNvPr id="69" name="Text 57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private/tmp/claude-501/-Users-chriam-Development-Claude-260805-LearnFlow/2b4680f5-a72d-4291-a14f-0a1e7f2fb8ea/scratchpad/pptx/user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58952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91640" y="4389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9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691640" y="7132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Zugangsdaten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1207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E-Mail, Passwort-Hash, Rolle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00253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7685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DB-Script (seed_users.py) — kein Self-Signup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23864" y="187452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52464" y="200253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SPEICHERORT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452464" y="227685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 users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3756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346557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DAUER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73989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Unbegrenzt — keine Löschroutine im Code gefunden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23864" y="333756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52464" y="346557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52464" y="373989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die eigene Person (GET /auth/me); E-Mail zusätzlich für knowledge_owner/admin sichtbar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745736"/>
            <a:ext cx="1874520" cy="438912"/>
          </a:xfrm>
          <a:prstGeom prst="roundRect">
            <a:avLst>
              <a:gd name="adj" fmla="val 50000"/>
            </a:avLst>
          </a:prstGeom>
          <a:solidFill>
            <a:srgbClr val="5D7A9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74573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EXTERN: NEIN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606040" y="4745736"/>
            <a:ext cx="90370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Bleibt vollständig intern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31266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Beleg: tables.py:66-74  ·  auth.py:56-58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LearnFlow — Datenfluss-Analyse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private/tmp/claude-501/-Users-chriam-Development-Claude-260805-LearnFlow/2b4680f5-a72d-4291-a14f-0a1e7f2fb8ea/scratchpad/pptx/fi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58952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91640" y="4389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9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691640" y="7132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Hochgeladene Dokumente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1207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Dateiinhalt als Binärdaten (bytea, ≤10 MB)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00253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7685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durch knowledge_owner/admin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23864" y="187452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52464" y="200253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SPEICHERORT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452464" y="227685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 documents, Spalte content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3756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346557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DAUER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73989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expliziter Löschung oder Ersetzung durch gleichnamigen Upload (T-15)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23864" y="333756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52464" y="346557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52464" y="373989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knowledge_owner/admin — Rohinhalt wird über keinen Endpoint ausgeliefert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745736"/>
            <a:ext cx="1874520" cy="438912"/>
          </a:xfrm>
          <a:prstGeom prst="roundRect">
            <a:avLst>
              <a:gd name="adj" fmla="val 50000"/>
            </a:avLst>
          </a:prstGeom>
          <a:solidFill>
            <a:srgbClr val="5D7A9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74573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EXTERN: NEIN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606040" y="4745736"/>
            <a:ext cx="90370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die daraus erzeugten Chunks gehen extern (→ 03)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31266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Beleg: documents.py:144  ·  tables.py:87  ·  documents.py:380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LearnFlow — Datenfluss-Analyse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private/tmp/claude-501/-Users-chriam-Development-Claude-260805-LearnFlow/2b4680f5-a72d-4291-a14f-0a1e7f2fb8ea/scratchpad/pptx/lay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58952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91640" y="4389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9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691640" y="7132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Text-Chunks + Embeddings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1207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Geparster Dokumenttext + 1536-dim. Vektor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00253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7685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Worker-Parsing/Chunking eines Dokuments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23864" y="187452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52464" y="200253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SPEICHERORT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452464" y="227685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 chunks (Text + Vektor)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3756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346557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DAUER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73989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Unbegrenzt, an Dokument gekoppelt (CASCADE) — gelöscht bei Re-Indexierung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23864" y="333756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52464" y="346557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52464" y="373989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Chunk-Fenster für JEDE Rolle über GET /documents/{id}/content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745736"/>
            <a:ext cx="1874520" cy="438912"/>
          </a:xfrm>
          <a:prstGeom prst="roundRect">
            <a:avLst>
              <a:gd name="adj" fmla="val 50000"/>
            </a:avLst>
          </a:prstGeom>
          <a:solidFill>
            <a:srgbClr val="C05A2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74573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EXTERN: JA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606040" y="4745736"/>
            <a:ext cx="90370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Chunk-Texte gehen zum Embedding an den LLM-Provider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31266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Beleg: embedding.py:40-61  ·  documents.py:327  ·  tables.py:127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LearnFlow — Datenfluss-Analyse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private/tmp/claude-501/-Users-chriam-Development-Claude-260805-LearnFlow/2b4680f5-a72d-4291-a14f-0a1e7f2fb8ea/scratchpad/pptx/messag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58952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91640" y="4389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9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691640" y="7132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Fragen + Antworten + Konfidenz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1207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Frage-Text, Antwort-Text, Scores — mit user_id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00253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7685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/query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23864" y="187452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52464" y="200253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SPEICHERORT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452464" y="227685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Tabellen query_sessions (inkl. user_id) + answers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3756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346557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DAUER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73989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Unbegrenzt — keine Löschroutine im Code gefunden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23864" y="333756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52464" y="346557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52464" y="373989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Volltext inkl. LLM-Prompt nur im debug-Feld für Rolle admin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745736"/>
            <a:ext cx="1874520" cy="438912"/>
          </a:xfrm>
          <a:prstGeom prst="roundRect">
            <a:avLst>
              <a:gd name="adj" fmla="val 50000"/>
            </a:avLst>
          </a:prstGeom>
          <a:solidFill>
            <a:srgbClr val="C05A2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74573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EXTERN: JA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606040" y="4745736"/>
            <a:ext cx="90370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Generierung + Self-Check senden Frage/Antwort/Chunks an den Provider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31266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Beleg: query.py:648  ·  query.py:516  ·  generation.py:157  ·  self_check.py:143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LearnFlow — Datenfluss-Analyse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private/tmp/claude-501/-Users-chriam-Development-Claude-260805-LearnFlow/2b4680f5-a72d-4291-a14f-0a1e7f2fb8ea/scratchpad/pptx/thumb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58952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91640" y="4389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9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691640" y="7132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zu Antworten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1207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Bewertung, Kategorie, Freitext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00253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7685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/answers/{id}/feedback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23864" y="187452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52464" y="200253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SPEICHERORT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452464" y="227685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 feedback — ohne user_id-Spalte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3756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346557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DAUER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73989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Unbegrenzt; erneutes Feedback überschreibt das erste (unique answer_id)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23864" y="333756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52464" y="346557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52464" y="373989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aller Bewertungen nur für knowledge_owner/admin (GET /feedback)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745736"/>
            <a:ext cx="1874520" cy="438912"/>
          </a:xfrm>
          <a:prstGeom prst="roundRect">
            <a:avLst>
              <a:gd name="adj" fmla="val 50000"/>
            </a:avLst>
          </a:prstGeom>
          <a:solidFill>
            <a:srgbClr val="5D7A9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74573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EXTERN: NEIN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606040" y="4745736"/>
            <a:ext cx="90370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answer→session→user_id auf DB-Ebene aber re-identifizierbar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31266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Beleg: feedback.py:67  ·  tables.py:186-199  ·  feedback.py:166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LearnFlow — Datenfluss-Analyse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private/tmp/claude-501/-Users-chriam-Development-Claude-260805-LearnFlow/2b4680f5-a72d-4291-a14f-0a1e7f2fb8ea/scratchpad/pptx/help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58952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91640" y="4389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9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691640" y="7132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Quiz-Fragen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1207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LLM-generierte Multiple-Choice-Fragen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00253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7685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/quiz/generate (Rolle knowledge_owner)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23864" y="187452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52464" y="200253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SPEICHERORT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452464" y="227685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 quiz_questions, inkl. source_excerpt (Chunk-Kopie)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3756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346557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DAUER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73989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Unbegrenzt; Quell-Chunk kann gelöscht werden, Frage bleibt (chunk_id → NULL)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23864" y="333756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52464" y="346557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52464" y="373989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knowledge_owner/admin: alle Status · learner: nur status = approved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745736"/>
            <a:ext cx="1874520" cy="438912"/>
          </a:xfrm>
          <a:prstGeom prst="roundRect">
            <a:avLst>
              <a:gd name="adj" fmla="val 50000"/>
            </a:avLst>
          </a:prstGeom>
          <a:solidFill>
            <a:srgbClr val="C05A2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74573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EXTERN: JA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606040" y="4745736"/>
            <a:ext cx="90370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Chunk-Inhalte gehen im Prompt an den LLM-Provider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31266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Beleg: quiz.py:133  ·  tables.py:218-231  ·  quiz.py:190  ·  quiz.py:147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LearnFlow — Datenfluss-Analyse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private/tmp/claude-501/-Users-chriam-Development-Claude-260805-LearnFlow/2b4680f5-a72d-4291-a14f-0a1e7f2fb8ea/scratchpad/pptx/slid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58952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91640" y="4389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9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691640" y="7132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Admin-Konfiguration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1207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Pipeline-Schwellenwerte, Parameter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00253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7685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/admin/config (Rolle admin)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23864" y="187452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52464" y="200253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SPEICHERORT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452464" y="227685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 config, inkl. changed_by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3756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346557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DAUER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73989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Unbegrenzt — wird überschrieben, nicht versioniert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23864" y="333756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52464" y="346557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52464" y="373989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Lesen und Schreiben ausschliesslich Rolle admin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745736"/>
            <a:ext cx="1874520" cy="438912"/>
          </a:xfrm>
          <a:prstGeom prst="roundRect">
            <a:avLst>
              <a:gd name="adj" fmla="val 50000"/>
            </a:avLst>
          </a:prstGeom>
          <a:solidFill>
            <a:srgbClr val="5D7A9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74573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EXTERN: NEIN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606040" y="4745736"/>
            <a:ext cx="90370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Bleibt vollständig intern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31266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Beleg: admin.py:104  ·  tables.py:206-215  ·  admin.py:95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LearnFlow — Datenfluss-Analyse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private/tmp/claude-501/-Users-chriam-Development-Claude-260805-LearnFlow/2b4680f5-a72d-4291-a14f-0a1e7f2fb8ea/scratchpad/pptx/list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58952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91640" y="4389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9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691640" y="7132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Job-Queue (pgqueuer)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1207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Verarbeitungs-Aufträge für den Worker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00253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7685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Dokument-Upload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23864" y="187452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52464" y="200253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SPEICHERORT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452464" y="227685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 pgqueuer (Payload: nur document_id)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3756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346557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DAUER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73989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Aktive Zeilen werden aufgeräumt (Reaper, T-52); pgqueuer_log unbegrenzt, ohne Payload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23864" y="333756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52464" y="346557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52464" y="373989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API-Endpoint liest diese Tabelle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745736"/>
            <a:ext cx="1874520" cy="438912"/>
          </a:xfrm>
          <a:prstGeom prst="roundRect">
            <a:avLst>
              <a:gd name="adj" fmla="val 50000"/>
            </a:avLst>
          </a:prstGeom>
          <a:solidFill>
            <a:srgbClr val="5D7A9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74573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EXTERN: NEIN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606040" y="4745736"/>
            <a:ext cx="90370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Bleibt vollständig intern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31266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Beleg: queue.py:5-19  ·  0001_pgqueuer.py:76-84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LearnFlow — Datenfluss-Analyse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private/tmp/claude-501/-Users-chriam-Development-Claude-260805-LearnFlow/2b4680f5-a72d-4291-a14f-0a1e7f2fb8ea/scratchpad/pptx/shield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58952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91640" y="4389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9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691640" y="7132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Authentifizierungs-Token (JWT)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1207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Sitzungsnachweis nach dem Login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00253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7685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23864" y="187452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52464" y="200253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SPEICHERORT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452464" y="227685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persistiert — nur im Frontend-Speicher (React State)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3756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346557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DAUER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73989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Tab-Reload oder Logout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23864" y="333756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52464" y="346557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52464" y="373989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der Browser der jeweiligen Person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745736"/>
            <a:ext cx="1874520" cy="438912"/>
          </a:xfrm>
          <a:prstGeom prst="roundRect">
            <a:avLst>
              <a:gd name="adj" fmla="val 50000"/>
            </a:avLst>
          </a:prstGeom>
          <a:solidFill>
            <a:srgbClr val="5D7A9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74573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EXTERN: NEIN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606040" y="4745736"/>
            <a:ext cx="90370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localStorage/Cookie — bewusst laut Code-Kommentar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31266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Beleg: App.tsx:13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LearnFlow — Datenfluss-Analyse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private/tmp/claude-501/-Users-chriam-Development-Claude-260805-LearnFlow/2b4680f5-a72d-4291-a14f-0a1e7f2fb8ea/scratchpad/pptx/terminal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58952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91640" y="4389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9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691640" y="7132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1207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Betriebs-Protokolle von API und Worker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00253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7685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Request, jeder Verarbeitungs-Job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23864" y="187452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52464" y="200253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SPEICHERORT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452464" y="227685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Log-Ausgabe (stdout) von app/ und worker/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3756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346557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DAUER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73989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im Code geregelt — abhängig vom Log-Hosting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23864" y="3337560"/>
            <a:ext cx="5419192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52464" y="3465576"/>
            <a:ext cx="496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52464" y="3739896"/>
            <a:ext cx="496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Enthält user_id, document_id, job_id, Config-Keys — KEINE Frage, Antwort, E-Mail, Passwort oder Dokumentinhalt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745736"/>
            <a:ext cx="1874520" cy="438912"/>
          </a:xfrm>
          <a:prstGeom prst="roundRect">
            <a:avLst>
              <a:gd name="adj" fmla="val 50000"/>
            </a:avLst>
          </a:prstGeom>
          <a:solidFill>
            <a:srgbClr val="5D7A9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74573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EXTERN: NEIN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606040" y="4745736"/>
            <a:ext cx="90370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Bleibt vollständig intern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31266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Beleg: worker/main.py:68  ·  query.py:341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LearnFlow — Datenfluss-Analyse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Zusammenfassung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geht wohin? Nur zwei Datenarten verlassen das System.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074920" cy="1554480"/>
          </a:xfrm>
          <a:prstGeom prst="roundRect">
            <a:avLst>
              <a:gd name="adj" fmla="val 5882"/>
            </a:avLst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" y="2221992"/>
            <a:ext cx="658368" cy="658368"/>
          </a:xfrm>
          <a:prstGeom prst="ellipse">
            <a:avLst/>
          </a:prstGeom>
          <a:solidFill>
            <a:srgbClr val="C05A2E"/>
          </a:solidFill>
          <a:ln/>
        </p:spPr>
      </p:sp>
      <p:pic>
        <p:nvPicPr>
          <p:cNvPr id="6" name="Image 0" descr="/private/tmp/claude-501/-Users-chriam-Development-Claude-260805-LearnFlow/2b4680f5-a72d-4291-a14f-0a1e7f2fb8ea/scratchpad/pptx/lay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377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218541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Chunk-Texte aus Dokumenten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2679192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+ Quiz-Generierung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965960"/>
            <a:ext cx="5074920" cy="1554480"/>
          </a:xfrm>
          <a:prstGeom prst="roundRect">
            <a:avLst>
              <a:gd name="adj" fmla="val 5882"/>
            </a:avLst>
          </a:prstGeom>
          <a:solidFill>
            <a:srgbClr val="141B4D"/>
          </a:solidFill>
          <a:ln/>
        </p:spPr>
      </p:sp>
      <p:sp>
        <p:nvSpPr>
          <p:cNvPr id="10" name="Shape 7"/>
          <p:cNvSpPr/>
          <p:nvPr/>
        </p:nvSpPr>
        <p:spPr>
          <a:xfrm>
            <a:off x="6519672" y="2221992"/>
            <a:ext cx="658368" cy="658368"/>
          </a:xfrm>
          <a:prstGeom prst="ellipse">
            <a:avLst/>
          </a:prstGeom>
          <a:solidFill>
            <a:srgbClr val="C05A2E"/>
          </a:solidFill>
          <a:ln/>
        </p:spPr>
      </p:sp>
      <p:pic>
        <p:nvPicPr>
          <p:cNvPr id="11" name="Image 1" descr="/private/tmp/claude-501/-Users-chriam-Development-Claude-260805-LearnFlow/2b4680f5-a72d-4291-a14f-0a1e7f2fb8ea/scratchpad/pptx/message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37744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218541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+ generierte Antworten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360920" y="2679192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Antwort-Generierung + Self-Check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37947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andere bleibt im System.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22960" y="4297680"/>
            <a:ext cx="10515600" cy="1691640"/>
          </a:xfrm>
          <a:prstGeom prst="roundRect">
            <a:avLst>
              <a:gd name="adj" fmla="val 5405"/>
            </a:avLst>
          </a:prstGeom>
          <a:solidFill>
            <a:srgbClr val="141B4D"/>
          </a:solidFill>
          <a:ln/>
        </p:spPr>
      </p:sp>
      <p:pic>
        <p:nvPicPr>
          <p:cNvPr id="16" name="Image 2" descr="/private/tmp/claude-501/-Users-chriam-Development-Claude-260805-LearnFlow/2b4680f5-a72d-4291-a14f-0a1e7f2fb8ea/scratchpad/pptx/external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59028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28800" y="455371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Einziger externer Empfänger im gesamten Code: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828800" y="4937760"/>
            <a:ext cx="9052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konfigurierte LLM-Provider (litellm) — per Default OpenAI Direct, umschaltbar auf Azure OpenAI EU. Kein Analytics-, E-Mail- oder Error-Tracking-SDK in app/, worker/ oder Frontend-Code gefunden.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LearnFlow — Datenfluss-Analyse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2026-09-09T09:12:10Z</dcterms:created>
  <dcterms:modified xsi:type="dcterms:W3CDTF">2026-09-09T09:12:10Z</dcterms:modified>
</cp:coreProperties>
</file>